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4CE073-3361-4021-A46B-827167796523}" v="17" dt="2025-01-30T01:02:14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816" y="-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rina Mendia" userId="3986a66394e479ac" providerId="LiveId" clId="{934CE073-3361-4021-A46B-827167796523}"/>
    <pc:docChg chg="undo custSel addSld delSld modSld">
      <pc:chgData name="Sabrina Mendia" userId="3986a66394e479ac" providerId="LiveId" clId="{934CE073-3361-4021-A46B-827167796523}" dt="2025-01-30T01:05:10.998" v="232" actId="20577"/>
      <pc:docMkLst>
        <pc:docMk/>
      </pc:docMkLst>
      <pc:sldChg chg="addSp modSp">
        <pc:chgData name="Sabrina Mendia" userId="3986a66394e479ac" providerId="LiveId" clId="{934CE073-3361-4021-A46B-827167796523}" dt="2025-01-30T01:01:49.969" v="157"/>
        <pc:sldMkLst>
          <pc:docMk/>
          <pc:sldMk cId="3054077378" sldId="256"/>
        </pc:sldMkLst>
        <pc:picChg chg="add mod">
          <ac:chgData name="Sabrina Mendia" userId="3986a66394e479ac" providerId="LiveId" clId="{934CE073-3361-4021-A46B-827167796523}" dt="2025-01-30T01:01:49.969" v="157"/>
          <ac:picMkLst>
            <pc:docMk/>
            <pc:sldMk cId="3054077378" sldId="256"/>
            <ac:picMk id="6" creationId="{759C8E2D-A0BB-CF31-72FE-545032D17B73}"/>
          </ac:picMkLst>
        </pc:picChg>
      </pc:sldChg>
      <pc:sldChg chg="addSp delSp modSp add del">
        <pc:chgData name="Sabrina Mendia" userId="3986a66394e479ac" providerId="LiveId" clId="{934CE073-3361-4021-A46B-827167796523}" dt="2025-01-30T01:02:02.678" v="161" actId="478"/>
        <pc:sldMkLst>
          <pc:docMk/>
          <pc:sldMk cId="3860627694" sldId="257"/>
        </pc:sldMkLst>
        <pc:picChg chg="add del mod">
          <ac:chgData name="Sabrina Mendia" userId="3986a66394e479ac" providerId="LiveId" clId="{934CE073-3361-4021-A46B-827167796523}" dt="2025-01-30T01:02:02.678" v="161" actId="478"/>
          <ac:picMkLst>
            <pc:docMk/>
            <pc:sldMk cId="3860627694" sldId="257"/>
            <ac:picMk id="6" creationId="{ABE81565-26B2-A12F-92D0-87A0DC6E06EA}"/>
          </ac:picMkLst>
        </pc:picChg>
      </pc:sldChg>
      <pc:sldChg chg="addSp modSp">
        <pc:chgData name="Sabrina Mendia" userId="3986a66394e479ac" providerId="LiveId" clId="{934CE073-3361-4021-A46B-827167796523}" dt="2025-01-30T01:02:06.418" v="162"/>
        <pc:sldMkLst>
          <pc:docMk/>
          <pc:sldMk cId="2838345978" sldId="258"/>
        </pc:sldMkLst>
        <pc:picChg chg="add mod">
          <ac:chgData name="Sabrina Mendia" userId="3986a66394e479ac" providerId="LiveId" clId="{934CE073-3361-4021-A46B-827167796523}" dt="2025-01-30T01:02:06.418" v="162"/>
          <ac:picMkLst>
            <pc:docMk/>
            <pc:sldMk cId="2838345978" sldId="258"/>
            <ac:picMk id="6" creationId="{163D5DAB-DBA2-5183-B0D0-19C4C615A874}"/>
          </ac:picMkLst>
        </pc:picChg>
      </pc:sldChg>
      <pc:sldChg chg="addSp delSp modSp new mod modAnim">
        <pc:chgData name="Sabrina Mendia" userId="3986a66394e479ac" providerId="LiveId" clId="{934CE073-3361-4021-A46B-827167796523}" dt="2025-01-30T01:02:11.177" v="163"/>
        <pc:sldMkLst>
          <pc:docMk/>
          <pc:sldMk cId="1717847900" sldId="259"/>
        </pc:sldMkLst>
        <pc:spChg chg="del">
          <ac:chgData name="Sabrina Mendia" userId="3986a66394e479ac" providerId="LiveId" clId="{934CE073-3361-4021-A46B-827167796523}" dt="2025-01-30T00:31:47.835" v="1" actId="478"/>
          <ac:spMkLst>
            <pc:docMk/>
            <pc:sldMk cId="1717847900" sldId="259"/>
            <ac:spMk id="2" creationId="{486D19D7-BE4E-3B43-BE67-933D027CE7CD}"/>
          </ac:spMkLst>
        </pc:spChg>
        <pc:spChg chg="del">
          <ac:chgData name="Sabrina Mendia" userId="3986a66394e479ac" providerId="LiveId" clId="{934CE073-3361-4021-A46B-827167796523}" dt="2025-01-30T00:31:50.821" v="2" actId="478"/>
          <ac:spMkLst>
            <pc:docMk/>
            <pc:sldMk cId="1717847900" sldId="259"/>
            <ac:spMk id="3" creationId="{AA49FE09-30E5-1DC1-36DD-C3BEA53F51DA}"/>
          </ac:spMkLst>
        </pc:spChg>
        <pc:spChg chg="add mod">
          <ac:chgData name="Sabrina Mendia" userId="3986a66394e479ac" providerId="LiveId" clId="{934CE073-3361-4021-A46B-827167796523}" dt="2025-01-30T00:40:05.547" v="79" actId="255"/>
          <ac:spMkLst>
            <pc:docMk/>
            <pc:sldMk cId="1717847900" sldId="259"/>
            <ac:spMk id="5" creationId="{D65A8E35-08B7-CB40-DF72-59F5EA93B1CD}"/>
          </ac:spMkLst>
        </pc:spChg>
        <pc:spChg chg="add mod">
          <ac:chgData name="Sabrina Mendia" userId="3986a66394e479ac" providerId="LiveId" clId="{934CE073-3361-4021-A46B-827167796523}" dt="2025-01-30T00:39:12.817" v="69" actId="113"/>
          <ac:spMkLst>
            <pc:docMk/>
            <pc:sldMk cId="1717847900" sldId="259"/>
            <ac:spMk id="6" creationId="{CB9FB649-9F49-1574-41F6-7978F6CE2618}"/>
          </ac:spMkLst>
        </pc:spChg>
        <pc:spChg chg="add mod">
          <ac:chgData name="Sabrina Mendia" userId="3986a66394e479ac" providerId="LiveId" clId="{934CE073-3361-4021-A46B-827167796523}" dt="2025-01-30T00:39:50.954" v="77" actId="255"/>
          <ac:spMkLst>
            <pc:docMk/>
            <pc:sldMk cId="1717847900" sldId="259"/>
            <ac:spMk id="7" creationId="{74D77C57-E7E8-92B6-64AF-FD0C95D27F87}"/>
          </ac:spMkLst>
        </pc:spChg>
        <pc:spChg chg="add mod">
          <ac:chgData name="Sabrina Mendia" userId="3986a66394e479ac" providerId="LiveId" clId="{934CE073-3361-4021-A46B-827167796523}" dt="2025-01-30T00:39:58.466" v="78" actId="255"/>
          <ac:spMkLst>
            <pc:docMk/>
            <pc:sldMk cId="1717847900" sldId="259"/>
            <ac:spMk id="8" creationId="{B9AD560B-E2ED-BB53-D6BD-52B920BBF372}"/>
          </ac:spMkLst>
        </pc:spChg>
        <pc:picChg chg="add mod">
          <ac:chgData name="Sabrina Mendia" userId="3986a66394e479ac" providerId="LiveId" clId="{934CE073-3361-4021-A46B-827167796523}" dt="2025-01-30T01:02:11.177" v="163"/>
          <ac:picMkLst>
            <pc:docMk/>
            <pc:sldMk cId="1717847900" sldId="259"/>
            <ac:picMk id="9" creationId="{12E06F8B-255B-608B-67DF-D14D3EDABE56}"/>
          </ac:picMkLst>
        </pc:picChg>
      </pc:sldChg>
      <pc:sldChg chg="addSp modSp new mod">
        <pc:chgData name="Sabrina Mendia" userId="3986a66394e479ac" providerId="LiveId" clId="{934CE073-3361-4021-A46B-827167796523}" dt="2025-01-30T01:05:10.998" v="232" actId="20577"/>
        <pc:sldMkLst>
          <pc:docMk/>
          <pc:sldMk cId="2573358608" sldId="260"/>
        </pc:sldMkLst>
        <pc:spChg chg="mod">
          <ac:chgData name="Sabrina Mendia" userId="3986a66394e479ac" providerId="LiveId" clId="{934CE073-3361-4021-A46B-827167796523}" dt="2025-01-30T00:59:57.047" v="95" actId="122"/>
          <ac:spMkLst>
            <pc:docMk/>
            <pc:sldMk cId="2573358608" sldId="260"/>
            <ac:spMk id="2" creationId="{426FAD99-133F-FEEA-DD25-3494577E94F7}"/>
          </ac:spMkLst>
        </pc:spChg>
        <pc:spChg chg="mod">
          <ac:chgData name="Sabrina Mendia" userId="3986a66394e479ac" providerId="LiveId" clId="{934CE073-3361-4021-A46B-827167796523}" dt="2025-01-30T01:05:10.998" v="232" actId="20577"/>
          <ac:spMkLst>
            <pc:docMk/>
            <pc:sldMk cId="2573358608" sldId="260"/>
            <ac:spMk id="3" creationId="{A3E2FE53-F75E-BA33-1C52-05AAB40F2F30}"/>
          </ac:spMkLst>
        </pc:spChg>
        <pc:picChg chg="add mod">
          <ac:chgData name="Sabrina Mendia" userId="3986a66394e479ac" providerId="LiveId" clId="{934CE073-3361-4021-A46B-827167796523}" dt="2025-01-30T01:02:14.217" v="164"/>
          <ac:picMkLst>
            <pc:docMk/>
            <pc:sldMk cId="2573358608" sldId="260"/>
            <ac:picMk id="4" creationId="{8A0FE030-7DDD-858B-FB43-F7CB39FEE3B2}"/>
          </ac:picMkLst>
        </pc:picChg>
      </pc:sldChg>
      <pc:sldChg chg="addSp delSp modSp new mod">
        <pc:chgData name="Sabrina Mendia" userId="3986a66394e479ac" providerId="LiveId" clId="{934CE073-3361-4021-A46B-827167796523}" dt="2025-01-30T01:01:43.647" v="156"/>
        <pc:sldMkLst>
          <pc:docMk/>
          <pc:sldMk cId="4084713802" sldId="261"/>
        </pc:sldMkLst>
        <pc:spChg chg="mod">
          <ac:chgData name="Sabrina Mendia" userId="3986a66394e479ac" providerId="LiveId" clId="{934CE073-3361-4021-A46B-827167796523}" dt="2025-01-30T01:00:42.869" v="155" actId="1076"/>
          <ac:spMkLst>
            <pc:docMk/>
            <pc:sldMk cId="4084713802" sldId="261"/>
            <ac:spMk id="2" creationId="{62234DC6-337C-4EC2-B53D-32443553E1EA}"/>
          </ac:spMkLst>
        </pc:spChg>
        <pc:spChg chg="del">
          <ac:chgData name="Sabrina Mendia" userId="3986a66394e479ac" providerId="LiveId" clId="{934CE073-3361-4021-A46B-827167796523}" dt="2025-01-30T01:00:39.409" v="154" actId="478"/>
          <ac:spMkLst>
            <pc:docMk/>
            <pc:sldMk cId="4084713802" sldId="261"/>
            <ac:spMk id="3" creationId="{A792404B-2A20-4573-5362-D3F342756AFB}"/>
          </ac:spMkLst>
        </pc:spChg>
        <pc:picChg chg="add mod">
          <ac:chgData name="Sabrina Mendia" userId="3986a66394e479ac" providerId="LiveId" clId="{934CE073-3361-4021-A46B-827167796523}" dt="2025-01-30T01:01:43.647" v="156"/>
          <ac:picMkLst>
            <pc:docMk/>
            <pc:sldMk cId="4084713802" sldId="261"/>
            <ac:picMk id="4" creationId="{D76B6156-B94C-F9C7-C288-0602430F768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782BFE-1895-4A76-A5BF-6AE65CBE5C3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08B7E-7061-455B-887D-082E1E3C1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0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08B7E-7061-455B-887D-082E1E3C18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868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5F477-2407-2D17-31FB-51CB6E327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69CC41-E996-93ED-BC43-F5C752C79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ED6544-0C33-3D36-3D2C-1B5EC6BF3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372C-19A9-4791-99A7-E74929A64CF5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4D5C91-4500-0FA8-509E-3A1E29C0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DC6DC9-BC0F-D382-5DB1-FA4CB2F96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C3DF-B538-4813-97D3-9258AE01D4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6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13B2D-8413-45ED-8520-F475006D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DABBC0-1917-C8E0-3BB7-79C92DFB4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9A5C22-252F-DD7C-7028-8A03F57A1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372C-19A9-4791-99A7-E74929A64CF5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D079DF-9388-EBEC-38B8-38CD3559E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78D4CE-5ED3-EA62-5BD2-F1451EE9A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C3DF-B538-4813-97D3-9258AE01D4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57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B8B81-19A2-4515-0215-5B175A94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585111-6663-2955-B4FD-C4752796E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4BBEDD-8F08-B718-C907-72CCDF838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372C-19A9-4791-99A7-E74929A64CF5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E04EDE-5F03-E270-7BF1-F0A54411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C55DAF-D58F-4D0F-6893-4ADB03E5D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C3DF-B538-4813-97D3-9258AE01D4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91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A3423-7C1D-6132-4FB0-24F074A2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46D922-0854-36F1-0CCD-3201661D9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AE8AF1-3887-A449-BF36-B764A6299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C93559-034F-3815-852A-AD59D83A9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372C-19A9-4791-99A7-E74929A64CF5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5DD40F-0FB7-5661-E17E-CFD185058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5711D6-2C3D-1CF4-621D-6C7D0CC2B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C3DF-B538-4813-97D3-9258AE01D4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7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CFDCD-894E-B497-4D34-FEE4DF178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18D98A-615D-443C-3922-445CC0D15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3890CB-54FC-3E8D-7B60-48007143C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B4CC38-8EE4-6C40-842A-E4B62B4FF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FF35CDD-DB5E-9E98-9C8F-66EB71E05B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09DD90C-25C2-FFC8-D15E-C444632A1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372C-19A9-4791-99A7-E74929A64CF5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0641711-8C01-409E-5828-9E90C609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1F6D4BC-586B-FDA3-0FD0-9B26B13DB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C3DF-B538-4813-97D3-9258AE01D4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96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A540A-CC57-27A8-1C3B-22151A00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FABB83-ACD6-4071-BA9A-5E1205724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372C-19A9-4791-99A7-E74929A64CF5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7F9FBDA-79F8-10A1-C4CF-5F353A46B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1B8DA1-23FA-A0FB-A887-8075786A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C3DF-B538-4813-97D3-9258AE01D4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54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001236-F1A4-17B2-BF30-2E98C45BD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372C-19A9-4791-99A7-E74929A64CF5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230C3BF-D5B7-F536-9405-240A75CC3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AD8DF6-C2B8-0450-50A3-D7869784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C3DF-B538-4813-97D3-9258AE01D4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68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A0CD1-94AA-C623-05B2-100EB696B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A066CD-C489-266E-037B-5A23EAC36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1BBFBB-FFB2-278F-D0B1-E1741F54A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2EA159-E75E-00BA-A9A8-8EF0A513D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372C-19A9-4791-99A7-E74929A64CF5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934A4E-227E-C2FA-482B-D3633DD1D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C77FD1-16E7-E361-3787-0A43FBEC5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C3DF-B538-4813-97D3-9258AE01D4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51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1FC65A-6D70-1DD5-A6FF-291BC23A4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8D405FA-48C1-4A04-6C52-F7849DCBF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F9253B8-FA8D-9C76-3678-14E03F350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E3A058-8D43-07D7-E745-50BD840E6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372C-19A9-4791-99A7-E74929A64CF5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93E6B8-64F1-970B-EEF3-8BFA845CA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799E76-5CD4-69D4-BB44-D63C7C99F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C3DF-B538-4813-97D3-9258AE01D4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4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FC921-F6FA-C56E-CB63-A86A6B8F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098BBD1-47B8-E30D-AABF-3FDB3D14F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E2EA0A-DED5-653A-35C5-3D7BD168C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372C-19A9-4791-99A7-E74929A64CF5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066DA4-4413-B3BF-27D9-9D1AB466D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5367EB-C669-BB13-875C-E6EC756F8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C3DF-B538-4813-97D3-9258AE01D4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60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7896C6-5CCE-133A-BDA1-D8CA0347A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B04CCE-73AA-ECB8-8CFE-0805097A0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EB58EF-CD9C-507D-C3A0-A0319748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372C-19A9-4791-99A7-E74929A64CF5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01C3F2-C646-F77F-DA67-E8752B514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93CF1F-CFA6-2F4D-F664-22D16696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C3DF-B538-4813-97D3-9258AE01D4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61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47BB6E-AB32-3097-C86F-A54B82A15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5968F1-BBE1-176E-47FC-1A9958DC3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58BB50-B3FF-E37D-5AD3-0D43CE608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E372C-19A9-4791-99A7-E74929A64CF5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4620E4-D07B-1F4E-15E6-0EFA1BE66B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0E8584-B067-0E07-E53B-F0C902AE7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13C3DF-B538-4813-97D3-9258AE01D4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3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34DC6-337C-4EC2-B53D-32443553E1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97278"/>
            <a:ext cx="9144000" cy="2387600"/>
          </a:xfrm>
        </p:spPr>
        <p:txBody>
          <a:bodyPr/>
          <a:lstStyle/>
          <a:p>
            <a:r>
              <a:rPr lang="en-US" dirty="0"/>
              <a:t>Materia y </a:t>
            </a:r>
            <a:r>
              <a:rPr lang="en-US" dirty="0" err="1"/>
              <a:t>Medición</a:t>
            </a:r>
            <a:endParaRPr lang="en-US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D76B6156-B94C-F9C7-C288-0602430F7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405" y="291226"/>
            <a:ext cx="2267618" cy="79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713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D5AE3CFD-9222-A852-5EF2-73E3F49AD6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95" t="30273" r="25636" b="36039"/>
          <a:stretch/>
        </p:blipFill>
        <p:spPr>
          <a:xfrm>
            <a:off x="643467" y="856798"/>
            <a:ext cx="10905066" cy="5144403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759C8E2D-A0BB-CF31-72FE-545032D17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405" y="291226"/>
            <a:ext cx="2267618" cy="79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077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1" name="Isosceles Triangle 104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espero que ta ayude TU PROBLEMA">
            <a:extLst>
              <a:ext uri="{FF2B5EF4-FFF2-40B4-BE49-F238E27FC236}">
                <a16:creationId xmlns:a16="http://schemas.microsoft.com/office/drawing/2014/main" id="{52E009C3-60ED-7AE8-3636-BD95617AA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400" y="643467"/>
            <a:ext cx="10519620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Isosceles Triangle 104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2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4CC5F-0C4C-AD13-9726-F938BB475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Escala de </a:t>
            </a:r>
            <a:r>
              <a:rPr lang="en-US" dirty="0" err="1"/>
              <a:t>Temperatura</a:t>
            </a:r>
            <a:r>
              <a:rPr lang="en-US" dirty="0"/>
              <a:t>: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E942A8-1451-841A-D3D5-1A31E45C88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12" t="18290" r="39538" b="28351"/>
          <a:stretch/>
        </p:blipFill>
        <p:spPr>
          <a:xfrm>
            <a:off x="1317357" y="1425845"/>
            <a:ext cx="9350644" cy="4967628"/>
          </a:xfrm>
          <a:prstGeom prst="rect">
            <a:avLst/>
          </a:prstGeom>
        </p:spPr>
      </p:pic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163D5DAB-DBA2-5183-B0D0-19C4C615A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405" y="291226"/>
            <a:ext cx="2267618" cy="79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345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65A8E35-08B7-CB40-DF72-59F5EA93B1CD}"/>
              </a:ext>
            </a:extLst>
          </p:cNvPr>
          <p:cNvSpPr txBox="1"/>
          <p:nvPr/>
        </p:nvSpPr>
        <p:spPr>
          <a:xfrm>
            <a:off x="1208868" y="4591834"/>
            <a:ext cx="911300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dirty="0"/>
              <a:t>La densidad del magnesio es de 1.738 g/cm3 a 20°C. Calcule el v</a:t>
            </a:r>
            <a:r>
              <a:rPr lang="en-US" sz="2200" dirty="0" err="1"/>
              <a:t>olumen</a:t>
            </a:r>
            <a:r>
              <a:rPr lang="en-US" sz="2200" dirty="0"/>
              <a:t> de 87.50 g de </a:t>
            </a:r>
            <a:r>
              <a:rPr lang="en-US" sz="2200" dirty="0" err="1"/>
              <a:t>este</a:t>
            </a:r>
            <a:r>
              <a:rPr lang="en-US" sz="2200" dirty="0"/>
              <a:t> metal a </a:t>
            </a:r>
            <a:r>
              <a:rPr lang="en-US" sz="2200" dirty="0" err="1"/>
              <a:t>esa</a:t>
            </a:r>
            <a:r>
              <a:rPr lang="en-US" sz="2200" dirty="0"/>
              <a:t> </a:t>
            </a:r>
            <a:r>
              <a:rPr lang="en-US" sz="2200" dirty="0" err="1"/>
              <a:t>temperatura</a:t>
            </a:r>
            <a:endParaRPr lang="en-US" sz="2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B9FB649-9F49-1574-41F6-7978F6CE2618}"/>
              </a:ext>
            </a:extLst>
          </p:cNvPr>
          <p:cNvSpPr txBox="1"/>
          <p:nvPr/>
        </p:nvSpPr>
        <p:spPr>
          <a:xfrm>
            <a:off x="929898" y="712922"/>
            <a:ext cx="7718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Problemas</a:t>
            </a:r>
            <a:r>
              <a:rPr lang="en-US" sz="2400" b="1" dirty="0"/>
              <a:t> de </a:t>
            </a:r>
            <a:r>
              <a:rPr lang="en-US" sz="2400" b="1" dirty="0" err="1"/>
              <a:t>Densidad</a:t>
            </a:r>
            <a:r>
              <a:rPr lang="en-US" sz="2400" b="1" dirty="0"/>
              <a:t>: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D77C57-E7E8-92B6-64AF-FD0C95D27F87}"/>
              </a:ext>
            </a:extLst>
          </p:cNvPr>
          <p:cNvSpPr txBox="1"/>
          <p:nvPr/>
        </p:nvSpPr>
        <p:spPr>
          <a:xfrm>
            <a:off x="1208868" y="1736862"/>
            <a:ext cx="96399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/>
              <a:t>Una muestra de tetracloruro de carbono, un líquido que solía usarse para el lavado en seco, tiene una masa de 39.73 g y un volumen de 25.0 </a:t>
            </a:r>
            <a:r>
              <a:rPr lang="es-ES" sz="2200" dirty="0" err="1"/>
              <a:t>mL</a:t>
            </a:r>
            <a:r>
              <a:rPr lang="es-ES" sz="2200" dirty="0"/>
              <a:t> a 25°C. Calcule su densidad a esta temperatura. ¿El tetracloruro de carbono flota en agua? (Los materiales menos densos que el agua flotan en ella.)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9AD560B-E2ED-BB53-D6BD-52B920BBF372}"/>
              </a:ext>
            </a:extLst>
          </p:cNvPr>
          <p:cNvSpPr txBox="1"/>
          <p:nvPr/>
        </p:nvSpPr>
        <p:spPr>
          <a:xfrm>
            <a:off x="1208868" y="3441347"/>
            <a:ext cx="9267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/>
              <a:t>La densidad del platino es de 21.45 g/cm3 a 20°C. Calcule la masa de 75.00 cm3 de platino a esa temperatura</a:t>
            </a:r>
            <a:endParaRPr lang="en-US" sz="2200" dirty="0"/>
          </a:p>
        </p:txBody>
      </p: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12E06F8B-255B-608B-67DF-D14D3EDAB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405" y="291226"/>
            <a:ext cx="2267618" cy="79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84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FAD99-133F-FEEA-DD25-3494577E9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Corto 1	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E2FE53-F75E-BA33-1C52-05AAB40F2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253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dirty="0"/>
              <a:t>1. Para identificar una sustancia líquida, una estudiante determinó su densidad. Empleando una probeta graduada, midió una muestra de 45 </a:t>
            </a:r>
            <a:r>
              <a:rPr lang="es-ES" dirty="0" err="1"/>
              <a:t>mL</a:t>
            </a:r>
            <a:r>
              <a:rPr lang="es-ES" dirty="0"/>
              <a:t> de la sustancia. A continuación, determinó la masa de la muestra, encontrando que pesaba 38.5 g. Ella sabía que la sustancia tenía que ser alcohol isopropílico (densidad  0.785 g/</a:t>
            </a:r>
            <a:r>
              <a:rPr lang="es-ES" dirty="0" err="1"/>
              <a:t>mL</a:t>
            </a:r>
            <a:r>
              <a:rPr lang="es-ES" dirty="0"/>
              <a:t>) o bien tolueno (densidad  0.866 g/</a:t>
            </a:r>
            <a:r>
              <a:rPr lang="es-ES" dirty="0" err="1"/>
              <a:t>mL</a:t>
            </a:r>
            <a:r>
              <a:rPr lang="es-ES" dirty="0"/>
              <a:t>). ¿Cuál fue la densidad calculada y cuál es la probable identidad de la sustancia?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2. Utilizando Análisis dimensional convierta: </a:t>
            </a:r>
            <a:r>
              <a:rPr lang="pt-BR" dirty="0"/>
              <a:t>0.510 </a:t>
            </a:r>
            <a:r>
              <a:rPr lang="pt-BR" dirty="0" err="1"/>
              <a:t>pulg</a:t>
            </a:r>
            <a:r>
              <a:rPr lang="pt-BR" dirty="0"/>
              <a:t>/</a:t>
            </a:r>
            <a:r>
              <a:rPr lang="pt-BR" dirty="0" err="1"/>
              <a:t>ms</a:t>
            </a:r>
            <a:r>
              <a:rPr lang="pt-BR" dirty="0"/>
              <a:t> a km/h</a:t>
            </a:r>
            <a:endParaRPr lang="en-US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8A0FE030-7DDD-858B-FB43-F7CB39FEE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405" y="291226"/>
            <a:ext cx="2267618" cy="79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33586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236</Words>
  <Application>Microsoft Office PowerPoint</Application>
  <PresentationFormat>Panorámica</PresentationFormat>
  <Paragraphs>11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Materia y Medición</vt:lpstr>
      <vt:lpstr>Presentación de PowerPoint</vt:lpstr>
      <vt:lpstr>Presentación de PowerPoint</vt:lpstr>
      <vt:lpstr>Escala de Temperatura: </vt:lpstr>
      <vt:lpstr>Presentación de PowerPoint</vt:lpstr>
      <vt:lpstr>Corto 1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Sabrina Mendia</dc:creator>
  <cp:lastModifiedBy>Sabrina Mendia</cp:lastModifiedBy>
  <cp:revision>1</cp:revision>
  <dcterms:created xsi:type="dcterms:W3CDTF">2025-01-30T00:03:56Z</dcterms:created>
  <dcterms:modified xsi:type="dcterms:W3CDTF">2025-01-30T01:11:13Z</dcterms:modified>
</cp:coreProperties>
</file>