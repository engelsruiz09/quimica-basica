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9" r:id="rId9"/>
    <p:sldId id="262" r:id="rId10"/>
    <p:sldId id="263" r:id="rId11"/>
    <p:sldId id="264" r:id="rId12"/>
    <p:sldId id="265" r:id="rId13"/>
    <p:sldId id="266" r:id="rId14"/>
    <p:sldId id="270" r:id="rId15"/>
    <p:sldId id="268" r:id="rId16"/>
    <p:sldId id="272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2F9C5-18FF-4950-A243-092A265ECB5C}" v="27" dt="2025-02-26T17:05:39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rina Mendia" userId="3986a66394e479ac" providerId="LiveId" clId="{7A3C1148-8A7B-442D-84F5-9B9D065B0703}"/>
    <pc:docChg chg="undo custSel addSld modSld">
      <pc:chgData name="Sabrina Mendia" userId="3986a66394e479ac" providerId="LiveId" clId="{7A3C1148-8A7B-442D-84F5-9B9D065B0703}" dt="2025-02-21T02:55:11.481" v="231" actId="1076"/>
      <pc:docMkLst>
        <pc:docMk/>
      </pc:docMkLst>
      <pc:sldChg chg="modSp">
        <pc:chgData name="Sabrina Mendia" userId="3986a66394e479ac" providerId="LiveId" clId="{7A3C1148-8A7B-442D-84F5-9B9D065B0703}" dt="2025-02-19T18:03:26.114" v="97" actId="14100"/>
        <pc:sldMkLst>
          <pc:docMk/>
          <pc:sldMk cId="1940764700" sldId="256"/>
        </pc:sldMkLst>
        <pc:picChg chg="mod">
          <ac:chgData name="Sabrina Mendia" userId="3986a66394e479ac" providerId="LiveId" clId="{7A3C1148-8A7B-442D-84F5-9B9D065B0703}" dt="2025-02-19T18:03:26.114" v="97" actId="14100"/>
          <ac:picMkLst>
            <pc:docMk/>
            <pc:sldMk cId="1940764700" sldId="256"/>
            <ac:picMk id="4" creationId="{2C817C55-BADC-6D19-32D8-9C079C49B577}"/>
          </ac:picMkLst>
        </pc:picChg>
      </pc:sldChg>
      <pc:sldChg chg="addSp delSp modSp">
        <pc:chgData name="Sabrina Mendia" userId="3986a66394e479ac" providerId="LiveId" clId="{7A3C1148-8A7B-442D-84F5-9B9D065B0703}" dt="2025-02-19T18:04:28.064" v="98" actId="1076"/>
        <pc:sldMkLst>
          <pc:docMk/>
          <pc:sldMk cId="3721320524" sldId="257"/>
        </pc:sldMkLst>
        <pc:picChg chg="add mod">
          <ac:chgData name="Sabrina Mendia" userId="3986a66394e479ac" providerId="LiveId" clId="{7A3C1148-8A7B-442D-84F5-9B9D065B0703}" dt="2025-02-19T18:04:28.064" v="98" actId="1076"/>
          <ac:picMkLst>
            <pc:docMk/>
            <pc:sldMk cId="3721320524" sldId="257"/>
            <ac:picMk id="5" creationId="{2BF782C9-18C2-2B49-2E91-C6887DD6E2AA}"/>
          </ac:picMkLst>
        </pc:picChg>
        <pc:picChg chg="mod">
          <ac:chgData name="Sabrina Mendia" userId="3986a66394e479ac" providerId="LiveId" clId="{7A3C1148-8A7B-442D-84F5-9B9D065B0703}" dt="2025-02-19T02:59:56.033" v="23" actId="14100"/>
          <ac:picMkLst>
            <pc:docMk/>
            <pc:sldMk cId="3721320524" sldId="257"/>
            <ac:picMk id="1026" creationId="{14019480-4188-3F1E-421C-45FD386947A7}"/>
          </ac:picMkLst>
        </pc:picChg>
      </pc:sldChg>
      <pc:sldChg chg="addSp modSp mod setBg">
        <pc:chgData name="Sabrina Mendia" userId="3986a66394e479ac" providerId="LiveId" clId="{7A3C1148-8A7B-442D-84F5-9B9D065B0703}" dt="2025-02-19T02:58:22.373" v="20" actId="1076"/>
        <pc:sldMkLst>
          <pc:docMk/>
          <pc:sldMk cId="1155881659" sldId="258"/>
        </pc:sldMkLst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55" creationId="{F3060C83-F051-4F0E-ABAD-AA0DFC48B218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57" creationId="{83C98ABE-055B-441F-B07E-44F97F083C39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59" creationId="{29FDB030-9B49-4CED-8CCD-4D99382388AC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1" creationId="{3783CA14-24A1-485C-8B30-D6A5D87987AD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3" creationId="{9A97C86A-04D6-40F7-AE84-31AB43E6A846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5" creationId="{FF9F2414-84E8-453E-B1F3-389FDE8192D9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7" creationId="{3ECA69A1-7536-43AC-85EF-C7106179F5ED}"/>
          </ac:spMkLst>
        </pc:spChg>
        <pc:picChg chg="add mod">
          <ac:chgData name="Sabrina Mendia" userId="3986a66394e479ac" providerId="LiveId" clId="{7A3C1148-8A7B-442D-84F5-9B9D065B0703}" dt="2025-02-19T02:58:22.373" v="20" actId="1076"/>
          <ac:picMkLst>
            <pc:docMk/>
            <pc:sldMk cId="1155881659" sldId="258"/>
            <ac:picMk id="4" creationId="{C8EF3B8F-4D45-5238-1F0E-9550ADFB48FC}"/>
          </ac:picMkLst>
        </pc:picChg>
        <pc:picChg chg="mod">
          <ac:chgData name="Sabrina Mendia" userId="3986a66394e479ac" providerId="LiveId" clId="{7A3C1148-8A7B-442D-84F5-9B9D065B0703}" dt="2025-02-19T02:58:16.335" v="19" actId="26606"/>
          <ac:picMkLst>
            <pc:docMk/>
            <pc:sldMk cId="1155881659" sldId="258"/>
            <ac:picMk id="2050" creationId="{3D618785-D978-0ADA-85B5-D23DCBB23660}"/>
          </ac:picMkLst>
        </pc:picChg>
      </pc:sldChg>
      <pc:sldChg chg="modSp">
        <pc:chgData name="Sabrina Mendia" userId="3986a66394e479ac" providerId="LiveId" clId="{7A3C1148-8A7B-442D-84F5-9B9D065B0703}" dt="2025-02-19T18:02:24.100" v="92" actId="14100"/>
        <pc:sldMkLst>
          <pc:docMk/>
          <pc:sldMk cId="2943945058" sldId="264"/>
        </pc:sldMkLst>
        <pc:picChg chg="mod">
          <ac:chgData name="Sabrina Mendia" userId="3986a66394e479ac" providerId="LiveId" clId="{7A3C1148-8A7B-442D-84F5-9B9D065B0703}" dt="2025-02-19T18:02:24.100" v="92" actId="14100"/>
          <ac:picMkLst>
            <pc:docMk/>
            <pc:sldMk cId="2943945058" sldId="264"/>
            <ac:picMk id="9218" creationId="{3EAE7F29-75DB-4C24-C742-9A06C6DED2B3}"/>
          </ac:picMkLst>
        </pc:picChg>
      </pc:sldChg>
      <pc:sldChg chg="addSp delSp modSp new mod">
        <pc:chgData name="Sabrina Mendia" userId="3986a66394e479ac" providerId="LiveId" clId="{7A3C1148-8A7B-442D-84F5-9B9D065B0703}" dt="2025-02-19T18:02:44.429" v="93" actId="1076"/>
        <pc:sldMkLst>
          <pc:docMk/>
          <pc:sldMk cId="4192408016" sldId="266"/>
        </pc:sldMkLst>
        <pc:picChg chg="add mod">
          <ac:chgData name="Sabrina Mendia" userId="3986a66394e479ac" providerId="LiveId" clId="{7A3C1148-8A7B-442D-84F5-9B9D065B0703}" dt="2025-02-19T18:02:44.429" v="93" actId="1076"/>
          <ac:picMkLst>
            <pc:docMk/>
            <pc:sldMk cId="4192408016" sldId="266"/>
            <ac:picMk id="4" creationId="{32773A8D-97E6-52F4-E976-CC227BC54535}"/>
          </ac:picMkLst>
        </pc:picChg>
        <pc:picChg chg="add mod">
          <ac:chgData name="Sabrina Mendia" userId="3986a66394e479ac" providerId="LiveId" clId="{7A3C1148-8A7B-442D-84F5-9B9D065B0703}" dt="2025-02-19T02:43:12.409" v="12" actId="1076"/>
          <ac:picMkLst>
            <pc:docMk/>
            <pc:sldMk cId="4192408016" sldId="266"/>
            <ac:picMk id="10242" creationId="{8245228B-61C7-F036-7556-41D5A21E3D55}"/>
          </ac:picMkLst>
        </pc:picChg>
      </pc:sldChg>
      <pc:sldChg chg="addSp delSp modSp new mod setBg">
        <pc:chgData name="Sabrina Mendia" userId="3986a66394e479ac" providerId="LiveId" clId="{7A3C1148-8A7B-442D-84F5-9B9D065B0703}" dt="2025-02-19T18:00:37.563" v="90" actId="1076"/>
        <pc:sldMkLst>
          <pc:docMk/>
          <pc:sldMk cId="1309763413" sldId="267"/>
        </pc:sldMkLst>
        <pc:spChg chg="add or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6" creationId="{66444472-9724-E0D4-1B94-6814E7B4B6EA}"/>
          </ac:spMkLst>
        </pc:spChg>
        <pc:spChg chg="add mod">
          <ac:chgData name="Sabrina Mendia" userId="3986a66394e479ac" providerId="LiveId" clId="{7A3C1148-8A7B-442D-84F5-9B9D065B0703}" dt="2025-02-19T18:00:37.563" v="90" actId="1076"/>
          <ac:spMkLst>
            <pc:docMk/>
            <pc:sldMk cId="1309763413" sldId="267"/>
            <ac:spMk id="9" creationId="{47E99910-2F51-E74A-DAB7-F118200278B4}"/>
          </ac:spMkLst>
        </pc:spChg>
        <pc:spChg chg="ad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12" creationId="{86FF76B9-219D-4469-AF87-0236D29032F1}"/>
          </ac:spMkLst>
        </pc:spChg>
        <pc:spChg chg="ad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18" creationId="{2E80C965-DB6D-4F81-9E9E-B027384D0BD6}"/>
          </ac:spMkLst>
        </pc:spChg>
        <pc:spChg chg="ad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20" creationId="{633C5E46-DAC5-4661-9C87-22B08E2A512F}"/>
          </ac:spMkLst>
        </pc:spChg>
        <pc:grpChg chg="add">
          <ac:chgData name="Sabrina Mendia" userId="3986a66394e479ac" providerId="LiveId" clId="{7A3C1148-8A7B-442D-84F5-9B9D065B0703}" dt="2025-02-19T17:59:07.286" v="32" actId="26606"/>
          <ac:grpSpMkLst>
            <pc:docMk/>
            <pc:sldMk cId="1309763413" sldId="267"/>
            <ac:grpSpMk id="14" creationId="{DB88BD78-87E1-424D-B479-C37D8E41B12E}"/>
          </ac:grpSpMkLst>
        </pc:grpChg>
        <pc:picChg chg="add mod">
          <ac:chgData name="Sabrina Mendia" userId="3986a66394e479ac" providerId="LiveId" clId="{7A3C1148-8A7B-442D-84F5-9B9D065B0703}" dt="2025-02-19T17:59:40.393" v="36" actId="1076"/>
          <ac:picMkLst>
            <pc:docMk/>
            <pc:sldMk cId="1309763413" sldId="267"/>
            <ac:picMk id="7" creationId="{03DE0076-36FF-B644-0EF3-0E12F39F904A}"/>
          </ac:picMkLst>
        </pc:picChg>
        <pc:picChg chg="add mod">
          <ac:chgData name="Sabrina Mendia" userId="3986a66394e479ac" providerId="LiveId" clId="{7A3C1148-8A7B-442D-84F5-9B9D065B0703}" dt="2025-02-19T17:59:54.605" v="39" actId="1076"/>
          <ac:picMkLst>
            <pc:docMk/>
            <pc:sldMk cId="1309763413" sldId="267"/>
            <ac:picMk id="8" creationId="{BE72CC0E-6C9C-C993-F6A9-1DD343AF6161}"/>
          </ac:picMkLst>
        </pc:picChg>
      </pc:sldChg>
      <pc:sldChg chg="addSp delSp modSp new mod">
        <pc:chgData name="Sabrina Mendia" userId="3986a66394e479ac" providerId="LiveId" clId="{7A3C1148-8A7B-442D-84F5-9B9D065B0703}" dt="2025-02-20T17:24:11.726" v="107" actId="1076"/>
        <pc:sldMkLst>
          <pc:docMk/>
          <pc:sldMk cId="3207321308" sldId="268"/>
        </pc:sldMkLst>
        <pc:spChg chg="add mod">
          <ac:chgData name="Sabrina Mendia" userId="3986a66394e479ac" providerId="LiveId" clId="{7A3C1148-8A7B-442D-84F5-9B9D065B0703}" dt="2025-02-20T17:24:11.726" v="107" actId="1076"/>
          <ac:spMkLst>
            <pc:docMk/>
            <pc:sldMk cId="3207321308" sldId="268"/>
            <ac:spMk id="5" creationId="{E494E22F-EAA7-B332-6897-355882FE647A}"/>
          </ac:spMkLst>
        </pc:spChg>
      </pc:sldChg>
      <pc:sldChg chg="addSp modSp new mod">
        <pc:chgData name="Sabrina Mendia" userId="3986a66394e479ac" providerId="LiveId" clId="{7A3C1148-8A7B-442D-84F5-9B9D065B0703}" dt="2025-02-21T02:55:11.481" v="231" actId="1076"/>
        <pc:sldMkLst>
          <pc:docMk/>
          <pc:sldMk cId="3016893494" sldId="269"/>
        </pc:sldMkLst>
        <pc:spChg chg="mod">
          <ac:chgData name="Sabrina Mendia" userId="3986a66394e479ac" providerId="LiveId" clId="{7A3C1148-8A7B-442D-84F5-9B9D065B0703}" dt="2025-02-21T02:54:45.425" v="227" actId="1076"/>
          <ac:spMkLst>
            <pc:docMk/>
            <pc:sldMk cId="3016893494" sldId="269"/>
            <ac:spMk id="2" creationId="{3BD263DD-E3E5-66DF-8886-DCCF10E6970C}"/>
          </ac:spMkLst>
        </pc:spChg>
        <pc:spChg chg="mod">
          <ac:chgData name="Sabrina Mendia" userId="3986a66394e479ac" providerId="LiveId" clId="{7A3C1148-8A7B-442D-84F5-9B9D065B0703}" dt="2025-02-21T02:54:39.255" v="225" actId="5793"/>
          <ac:spMkLst>
            <pc:docMk/>
            <pc:sldMk cId="3016893494" sldId="269"/>
            <ac:spMk id="3" creationId="{087CE4E8-4897-8177-C0A9-539AED41FEC0}"/>
          </ac:spMkLst>
        </pc:spChg>
        <pc:picChg chg="add mod">
          <ac:chgData name="Sabrina Mendia" userId="3986a66394e479ac" providerId="LiveId" clId="{7A3C1148-8A7B-442D-84F5-9B9D065B0703}" dt="2025-02-21T02:55:11.481" v="231" actId="1076"/>
          <ac:picMkLst>
            <pc:docMk/>
            <pc:sldMk cId="3016893494" sldId="269"/>
            <ac:picMk id="4" creationId="{F0AC075E-FB7F-56CD-9ECA-1837D699F516}"/>
          </ac:picMkLst>
        </pc:picChg>
      </pc:sldChg>
    </pc:docChg>
  </pc:docChgLst>
  <pc:docChgLst>
    <pc:chgData name="Sabrina Mendia" userId="3986a66394e479ac" providerId="LiveId" clId="{1552F9C5-18FF-4950-A243-092A265ECB5C}"/>
    <pc:docChg chg="undo custSel addSld modSld">
      <pc:chgData name="Sabrina Mendia" userId="3986a66394e479ac" providerId="LiveId" clId="{1552F9C5-18FF-4950-A243-092A265ECB5C}" dt="2025-02-26T17:07:41.364" v="202" actId="14100"/>
      <pc:docMkLst>
        <pc:docMk/>
      </pc:docMkLst>
      <pc:sldChg chg="addSp delSp modSp new mod">
        <pc:chgData name="Sabrina Mendia" userId="3986a66394e479ac" providerId="LiveId" clId="{1552F9C5-18FF-4950-A243-092A265ECB5C}" dt="2025-02-25T19:13:49.094" v="58" actId="1076"/>
        <pc:sldMkLst>
          <pc:docMk/>
          <pc:sldMk cId="1183672444" sldId="270"/>
        </pc:sldMkLst>
        <pc:spChg chg="del">
          <ac:chgData name="Sabrina Mendia" userId="3986a66394e479ac" providerId="LiveId" clId="{1552F9C5-18FF-4950-A243-092A265ECB5C}" dt="2025-02-25T19:09:10.126" v="1" actId="478"/>
          <ac:spMkLst>
            <pc:docMk/>
            <pc:sldMk cId="1183672444" sldId="270"/>
            <ac:spMk id="2" creationId="{6CB9A611-E93F-19D6-ABB0-0A761BD9D587}"/>
          </ac:spMkLst>
        </pc:spChg>
        <pc:spChg chg="del">
          <ac:chgData name="Sabrina Mendia" userId="3986a66394e479ac" providerId="LiveId" clId="{1552F9C5-18FF-4950-A243-092A265ECB5C}" dt="2025-02-25T19:09:12.409" v="2" actId="478"/>
          <ac:spMkLst>
            <pc:docMk/>
            <pc:sldMk cId="1183672444" sldId="270"/>
            <ac:spMk id="3" creationId="{2B1A3429-DB78-4A43-154E-DE699EE7B7D9}"/>
          </ac:spMkLst>
        </pc:spChg>
        <pc:spChg chg="add">
          <ac:chgData name="Sabrina Mendia" userId="3986a66394e479ac" providerId="LiveId" clId="{1552F9C5-18FF-4950-A243-092A265ECB5C}" dt="2025-02-25T19:09:32.668" v="3"/>
          <ac:spMkLst>
            <pc:docMk/>
            <pc:sldMk cId="1183672444" sldId="270"/>
            <ac:spMk id="4" creationId="{19034E55-936D-3E7B-7A92-52C472CA82A9}"/>
          </ac:spMkLst>
        </pc:spChg>
        <pc:spChg chg="add mod">
          <ac:chgData name="Sabrina Mendia" userId="3986a66394e479ac" providerId="LiveId" clId="{1552F9C5-18FF-4950-A243-092A265ECB5C}" dt="2025-02-25T19:13:39.832" v="55" actId="1076"/>
          <ac:spMkLst>
            <pc:docMk/>
            <pc:sldMk cId="1183672444" sldId="270"/>
            <ac:spMk id="7" creationId="{0F807731-0CB0-306A-46CE-C2A4846D6500}"/>
          </ac:spMkLst>
        </pc:spChg>
        <pc:picChg chg="add del mod">
          <ac:chgData name="Sabrina Mendia" userId="3986a66394e479ac" providerId="LiveId" clId="{1552F9C5-18FF-4950-A243-092A265ECB5C}" dt="2025-02-25T19:12:50.177" v="46" actId="478"/>
          <ac:picMkLst>
            <pc:docMk/>
            <pc:sldMk cId="1183672444" sldId="270"/>
            <ac:picMk id="5" creationId="{A08D5A6F-4CCE-DDB3-F1BD-1C4D8A1337B6}"/>
          </ac:picMkLst>
        </pc:picChg>
        <pc:picChg chg="add mod">
          <ac:chgData name="Sabrina Mendia" userId="3986a66394e479ac" providerId="LiveId" clId="{1552F9C5-18FF-4950-A243-092A265ECB5C}" dt="2025-02-25T19:13:49.094" v="58" actId="1076"/>
          <ac:picMkLst>
            <pc:docMk/>
            <pc:sldMk cId="1183672444" sldId="270"/>
            <ac:picMk id="6" creationId="{F9961696-3085-A3C3-0420-F2892BA1E468}"/>
          </ac:picMkLst>
        </pc:picChg>
        <pc:picChg chg="add mod">
          <ac:chgData name="Sabrina Mendia" userId="3986a66394e479ac" providerId="LiveId" clId="{1552F9C5-18FF-4950-A243-092A265ECB5C}" dt="2025-02-25T19:13:46.396" v="57" actId="14100"/>
          <ac:picMkLst>
            <pc:docMk/>
            <pc:sldMk cId="1183672444" sldId="270"/>
            <ac:picMk id="1028" creationId="{30142CF7-F70F-794A-5EF6-AA2005EEEB5F}"/>
          </ac:picMkLst>
        </pc:picChg>
      </pc:sldChg>
      <pc:sldChg chg="addSp delSp modSp new mod">
        <pc:chgData name="Sabrina Mendia" userId="3986a66394e479ac" providerId="LiveId" clId="{1552F9C5-18FF-4950-A243-092A265ECB5C}" dt="2025-02-26T17:01:30.924" v="115"/>
        <pc:sldMkLst>
          <pc:docMk/>
          <pc:sldMk cId="2196887023" sldId="271"/>
        </pc:sldMkLst>
        <pc:spChg chg="mod">
          <ac:chgData name="Sabrina Mendia" userId="3986a66394e479ac" providerId="LiveId" clId="{1552F9C5-18FF-4950-A243-092A265ECB5C}" dt="2025-02-26T17:00:35.447" v="109" actId="20577"/>
          <ac:spMkLst>
            <pc:docMk/>
            <pc:sldMk cId="2196887023" sldId="271"/>
            <ac:spMk id="2" creationId="{D23947BC-078D-84A0-040D-0B5667B7C11D}"/>
          </ac:spMkLst>
        </pc:spChg>
        <pc:spChg chg="del">
          <ac:chgData name="Sabrina Mendia" userId="3986a66394e479ac" providerId="LiveId" clId="{1552F9C5-18FF-4950-A243-092A265ECB5C}" dt="2025-02-26T17:00:56.187" v="110"/>
          <ac:spMkLst>
            <pc:docMk/>
            <pc:sldMk cId="2196887023" sldId="271"/>
            <ac:spMk id="3" creationId="{9605C8BF-BF30-D205-E315-277873BEB8BA}"/>
          </ac:spMkLst>
        </pc:spChg>
        <pc:spChg chg="add del mod">
          <ac:chgData name="Sabrina Mendia" userId="3986a66394e479ac" providerId="LiveId" clId="{1552F9C5-18FF-4950-A243-092A265ECB5C}" dt="2025-02-26T17:01:05.510" v="111"/>
          <ac:spMkLst>
            <pc:docMk/>
            <pc:sldMk cId="2196887023" sldId="271"/>
            <ac:spMk id="4" creationId="{4B72B91F-356E-8ACC-997A-7EEBB9B1042D}"/>
          </ac:spMkLst>
        </pc:spChg>
        <pc:picChg chg="add mod modCrop">
          <ac:chgData name="Sabrina Mendia" userId="3986a66394e479ac" providerId="LiveId" clId="{1552F9C5-18FF-4950-A243-092A265ECB5C}" dt="2025-02-26T17:01:23.273" v="114" actId="1076"/>
          <ac:picMkLst>
            <pc:docMk/>
            <pc:sldMk cId="2196887023" sldId="271"/>
            <ac:picMk id="5" creationId="{037D015F-318F-0A01-7F1C-8D36023F40C3}"/>
          </ac:picMkLst>
        </pc:picChg>
        <pc:picChg chg="add mod">
          <ac:chgData name="Sabrina Mendia" userId="3986a66394e479ac" providerId="LiveId" clId="{1552F9C5-18FF-4950-A243-092A265ECB5C}" dt="2025-02-26T17:01:30.924" v="115"/>
          <ac:picMkLst>
            <pc:docMk/>
            <pc:sldMk cId="2196887023" sldId="271"/>
            <ac:picMk id="6" creationId="{923909CA-3321-0074-AE8E-92124F40CF83}"/>
          </ac:picMkLst>
        </pc:picChg>
      </pc:sldChg>
      <pc:sldChg chg="addSp delSp modSp new mod setBg">
        <pc:chgData name="Sabrina Mendia" userId="3986a66394e479ac" providerId="LiveId" clId="{1552F9C5-18FF-4950-A243-092A265ECB5C}" dt="2025-02-26T17:05:39.830" v="194" actId="1076"/>
        <pc:sldMkLst>
          <pc:docMk/>
          <pc:sldMk cId="3149927865" sldId="272"/>
        </pc:sldMkLst>
        <pc:spChg chg="mod ord">
          <ac:chgData name="Sabrina Mendia" userId="3986a66394e479ac" providerId="LiveId" clId="{1552F9C5-18FF-4950-A243-092A265ECB5C}" dt="2025-02-26T17:05:22.835" v="192" actId="26606"/>
          <ac:spMkLst>
            <pc:docMk/>
            <pc:sldMk cId="3149927865" sldId="272"/>
            <ac:spMk id="2" creationId="{D53D5156-2EB0-B669-A8B3-99251FAED388}"/>
          </ac:spMkLst>
        </pc:spChg>
        <pc:spChg chg="del">
          <ac:chgData name="Sabrina Mendia" userId="3986a66394e479ac" providerId="LiveId" clId="{1552F9C5-18FF-4950-A243-092A265ECB5C}" dt="2025-02-26T17:04:35.441" v="181"/>
          <ac:spMkLst>
            <pc:docMk/>
            <pc:sldMk cId="3149927865" sldId="272"/>
            <ac:spMk id="3" creationId="{6F460C14-3D3B-790B-6AB3-A9DCCB52CF38}"/>
          </ac:spMkLst>
        </pc:spChg>
        <pc:spChg chg="add del mod">
          <ac:chgData name="Sabrina Mendia" userId="3986a66394e479ac" providerId="LiveId" clId="{1552F9C5-18FF-4950-A243-092A265ECB5C}" dt="2025-02-26T17:04:40.799" v="182"/>
          <ac:spMkLst>
            <pc:docMk/>
            <pc:sldMk cId="3149927865" sldId="272"/>
            <ac:spMk id="4" creationId="{EC876126-E507-C788-8790-DA6A2EDC083C}"/>
          </ac:spMkLst>
        </pc:spChg>
        <pc:spChg chg="add">
          <ac:chgData name="Sabrina Mendia" userId="3986a66394e479ac" providerId="LiveId" clId="{1552F9C5-18FF-4950-A243-092A265ECB5C}" dt="2025-02-26T17:05:22.835" v="192" actId="26606"/>
          <ac:spMkLst>
            <pc:docMk/>
            <pc:sldMk cId="3149927865" sldId="272"/>
            <ac:spMk id="7" creationId="{D12DDE76-C203-4047-9998-63900085B5E8}"/>
          </ac:spMkLst>
        </pc:spChg>
        <pc:spChg chg="add del">
          <ac:chgData name="Sabrina Mendia" userId="3986a66394e479ac" providerId="LiveId" clId="{1552F9C5-18FF-4950-A243-092A265ECB5C}" dt="2025-02-26T17:04:51.634" v="185" actId="26606"/>
          <ac:spMkLst>
            <pc:docMk/>
            <pc:sldMk cId="3149927865" sldId="272"/>
            <ac:spMk id="10" creationId="{6753252F-4873-4F63-801D-CC719279A7D5}"/>
          </ac:spMkLst>
        </pc:spChg>
        <pc:spChg chg="add del">
          <ac:chgData name="Sabrina Mendia" userId="3986a66394e479ac" providerId="LiveId" clId="{1552F9C5-18FF-4950-A243-092A265ECB5C}" dt="2025-02-26T17:04:51.634" v="185" actId="26606"/>
          <ac:spMkLst>
            <pc:docMk/>
            <pc:sldMk cId="3149927865" sldId="272"/>
            <ac:spMk id="12" creationId="{047C8CCB-F95D-4249-92DD-651249D3535A}"/>
          </ac:spMkLst>
        </pc:spChg>
        <pc:spChg chg="add del">
          <ac:chgData name="Sabrina Mendia" userId="3986a66394e479ac" providerId="LiveId" clId="{1552F9C5-18FF-4950-A243-092A265ECB5C}" dt="2025-02-26T17:05:15.857" v="190" actId="26606"/>
          <ac:spMkLst>
            <pc:docMk/>
            <pc:sldMk cId="3149927865" sldId="272"/>
            <ac:spMk id="15" creationId="{37C89E4B-3C9F-44B9-8B86-D9E3D112D8EC}"/>
          </ac:spMkLst>
        </pc:spChg>
        <pc:picChg chg="add mod">
          <ac:chgData name="Sabrina Mendia" userId="3986a66394e479ac" providerId="LiveId" clId="{1552F9C5-18FF-4950-A243-092A265ECB5C}" dt="2025-02-26T17:05:22.835" v="192" actId="26606"/>
          <ac:picMkLst>
            <pc:docMk/>
            <pc:sldMk cId="3149927865" sldId="272"/>
            <ac:picMk id="5" creationId="{ADEA122F-A444-58DC-4654-70E17ECF05BB}"/>
          </ac:picMkLst>
        </pc:picChg>
        <pc:picChg chg="add mod">
          <ac:chgData name="Sabrina Mendia" userId="3986a66394e479ac" providerId="LiveId" clId="{1552F9C5-18FF-4950-A243-092A265ECB5C}" dt="2025-02-26T17:05:13.525" v="189" actId="1076"/>
          <ac:picMkLst>
            <pc:docMk/>
            <pc:sldMk cId="3149927865" sldId="272"/>
            <ac:picMk id="6" creationId="{DD873BBA-A69C-86D3-7117-8B83AC848A3E}"/>
          </ac:picMkLst>
        </pc:picChg>
        <pc:picChg chg="add mod">
          <ac:chgData name="Sabrina Mendia" userId="3986a66394e479ac" providerId="LiveId" clId="{1552F9C5-18FF-4950-A243-092A265ECB5C}" dt="2025-02-26T17:05:39.830" v="194" actId="1076"/>
          <ac:picMkLst>
            <pc:docMk/>
            <pc:sldMk cId="3149927865" sldId="272"/>
            <ac:picMk id="8" creationId="{87B5CB85-655F-9C85-82AF-3B05B1355474}"/>
          </ac:picMkLst>
        </pc:picChg>
        <pc:cxnChg chg="add del">
          <ac:chgData name="Sabrina Mendia" userId="3986a66394e479ac" providerId="LiveId" clId="{1552F9C5-18FF-4950-A243-092A265ECB5C}" dt="2025-02-26T17:05:15.857" v="190" actId="26606"/>
          <ac:cxnSpMkLst>
            <pc:docMk/>
            <pc:sldMk cId="3149927865" sldId="272"/>
            <ac:cxnSpMk id="14" creationId="{D891E407-403B-4764-86C9-33A56D3BCAA3}"/>
          </ac:cxnSpMkLst>
        </pc:cxnChg>
        <pc:cxnChg chg="add del">
          <ac:chgData name="Sabrina Mendia" userId="3986a66394e479ac" providerId="LiveId" clId="{1552F9C5-18FF-4950-A243-092A265ECB5C}" dt="2025-02-26T17:05:15.857" v="190" actId="26606"/>
          <ac:cxnSpMkLst>
            <pc:docMk/>
            <pc:sldMk cId="3149927865" sldId="272"/>
            <ac:cxnSpMk id="16" creationId="{AA2EAA10-076F-46BD-8F0F-B9A2FB77A85C}"/>
          </ac:cxnSpMkLst>
        </pc:cxnChg>
      </pc:sldChg>
      <pc:sldChg chg="addSp delSp modSp new mod">
        <pc:chgData name="Sabrina Mendia" userId="3986a66394e479ac" providerId="LiveId" clId="{1552F9C5-18FF-4950-A243-092A265ECB5C}" dt="2025-02-26T17:07:41.364" v="202" actId="14100"/>
        <pc:sldMkLst>
          <pc:docMk/>
          <pc:sldMk cId="3579526760" sldId="273"/>
        </pc:sldMkLst>
        <pc:spChg chg="del">
          <ac:chgData name="Sabrina Mendia" userId="3986a66394e479ac" providerId="LiveId" clId="{1552F9C5-18FF-4950-A243-092A265ECB5C}" dt="2025-02-26T17:07:12.806" v="196" actId="478"/>
          <ac:spMkLst>
            <pc:docMk/>
            <pc:sldMk cId="3579526760" sldId="273"/>
            <ac:spMk id="2" creationId="{44E418FC-CAE1-CEB5-B876-DCA09CE83870}"/>
          </ac:spMkLst>
        </pc:spChg>
        <pc:spChg chg="del">
          <ac:chgData name="Sabrina Mendia" userId="3986a66394e479ac" providerId="LiveId" clId="{1552F9C5-18FF-4950-A243-092A265ECB5C}" dt="2025-02-26T17:07:14.985" v="197" actId="478"/>
          <ac:spMkLst>
            <pc:docMk/>
            <pc:sldMk cId="3579526760" sldId="273"/>
            <ac:spMk id="3" creationId="{AC8AE957-B4E4-1AAC-4DCA-5142E1000C76}"/>
          </ac:spMkLst>
        </pc:spChg>
        <pc:picChg chg="add mod modCrop">
          <ac:chgData name="Sabrina Mendia" userId="3986a66394e479ac" providerId="LiveId" clId="{1552F9C5-18FF-4950-A243-092A265ECB5C}" dt="2025-02-26T17:07:41.364" v="202" actId="14100"/>
          <ac:picMkLst>
            <pc:docMk/>
            <pc:sldMk cId="3579526760" sldId="273"/>
            <ac:picMk id="5" creationId="{B169D577-37C8-7CF7-15FA-F74A74D86A1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CF239-BE9D-644D-CAC2-C5EB7F175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94EF4F-B18B-FEAB-8D06-4AFCA2B07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0E7D22-74E7-2122-760A-7838585B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992FD-42F4-EFC9-7129-392E16AA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0814F-84EB-F44E-C023-27179492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0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2C8D1-EF07-77BC-BF3F-A75B481C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726F2-F1C2-D1FF-0062-34C0C1FB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627615-4207-41FA-3DAE-898B8D33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4814A-D569-B88C-081D-B542C4E5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1E7D7-29E8-D812-000E-EE6E60FB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8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3240E-C77D-90BE-AF39-4E05ED90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D78E41-C755-748D-E05A-92FA533AE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0AB54B-F263-2A8D-C9C8-B7994EAE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BCAC62-1966-06F3-747C-41283224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3A594D-6823-99F8-E21C-19DB7D9E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2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12F1A-F33D-82CE-0557-CD9A2031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558F00-7241-F8E9-8123-BF3BE0525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D80B8F-5E1C-687B-6EA9-5DE2D1846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331A68-5307-9582-0BC9-1F898BF6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758564-73F9-169E-05F5-6C88822F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DDEC29-648E-01CE-2292-D83215C5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0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C8AE0-D08E-72E3-98D7-16A23D17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E6C05B-87B8-92BC-AA04-38418EE15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A8C7F0-E2E2-9FC4-6A79-FF7A04BBC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89BC51D-2B96-3806-39D4-BD34E31AE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E6526A-7B35-DCFC-018C-1D2E77D34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8ABF92-00FA-C09F-AA02-A9AD949B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B15226-CA46-14FB-6DCF-F3B57662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50F233D-C090-AD49-7AFF-5F94A92D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7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752A9-CA4F-51AF-8E01-EF18B118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FB780F-682C-A426-8881-A63780FE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7B1449-8943-EE63-ACC2-77987C66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42CB83-326C-0B5C-7B9D-4AF2AFB7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1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B43FB3-8ADC-2871-1BA9-6ECACBAD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3ED4CA-D897-FC85-6843-7D7E347F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EF791F-ADB8-B022-2DE5-4C570A89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4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7E826-4D53-241F-1132-8F994DC0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FD3A0D-7380-38AC-7F8D-C546CE5E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DB61AC-45A1-200D-748D-F53C1F104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246C99-5A15-10A5-F957-4856F0BD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360554-9F62-A36D-CECB-9F1EB564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D2F022-AEFE-3502-91F0-6108DB47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5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6752F-128D-DE18-DAA8-0F2B6EC7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C2CE08-0B0B-D151-6FDD-CA19E0537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413C2C-1577-FBA9-79C6-E8C9F2911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FA2D99-BF56-93C8-625B-833BC8CE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6F733A-6FCF-66FE-379F-2E43C4F0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D009CF-980F-787B-E026-306A644C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BA2F9-DBA2-A848-FD1F-E2C365FC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5A2121-55A0-6A00-053D-49609D02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50082E-7239-5390-03AF-181F7585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2C2104-5BC6-CA52-59D8-7B563D4B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41CF4C-34E5-E7BF-2DE4-546E8103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5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622D25-3FFE-587A-0409-43093366C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C3994C-BCA7-ADE0-EAF3-FE32AC8EA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966B6E-9B9A-710C-3BC1-A9F96686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6C18D8-C1CF-FF03-37B9-6D5C6B6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584820-7153-0FBD-8079-E45BEE0C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9AC741-D116-03BE-51DA-7621E469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BC695E-08BB-2614-FF98-85EB3CD8F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F016AC-26E1-E8CF-5E90-DD1EE41B4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BC93C-408F-45B7-9A78-FD8D6920102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5ABA90-9190-7F37-E78A-2017FF10D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DC613A-BE55-1182-6B0A-F28871B74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1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09500-37C4-EE92-137F-9CCEC45E5A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Propiedades</a:t>
            </a:r>
            <a:r>
              <a:rPr lang="en-US" dirty="0"/>
              <a:t> </a:t>
            </a:r>
            <a:r>
              <a:rPr lang="en-US" dirty="0" err="1"/>
              <a:t>Periódicas</a:t>
            </a:r>
            <a:r>
              <a:rPr lang="en-US" dirty="0"/>
              <a:t> de los </a:t>
            </a:r>
            <a:r>
              <a:rPr lang="en-US" dirty="0" err="1"/>
              <a:t>elementos</a:t>
            </a:r>
            <a:r>
              <a:rPr lang="en-US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1313C3-2E78-267D-05E1-6619EC0FE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928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Carga nuclear </a:t>
            </a:r>
            <a:r>
              <a:rPr lang="en-US" dirty="0" err="1"/>
              <a:t>efectiva</a:t>
            </a:r>
            <a:endParaRPr lang="en-US" dirty="0"/>
          </a:p>
          <a:p>
            <a:r>
              <a:rPr lang="en-US" dirty="0" err="1"/>
              <a:t>Tamaño</a:t>
            </a:r>
            <a:r>
              <a:rPr lang="en-US" dirty="0"/>
              <a:t> </a:t>
            </a:r>
            <a:r>
              <a:rPr lang="en-US" dirty="0" err="1"/>
              <a:t>atómico</a:t>
            </a:r>
            <a:endParaRPr lang="en-US" dirty="0"/>
          </a:p>
          <a:p>
            <a:r>
              <a:rPr lang="en-US" dirty="0" err="1"/>
              <a:t>Tamaño</a:t>
            </a:r>
            <a:r>
              <a:rPr lang="en-US" dirty="0"/>
              <a:t> de los </a:t>
            </a:r>
            <a:r>
              <a:rPr lang="en-US" dirty="0" err="1"/>
              <a:t>iones</a:t>
            </a:r>
            <a:endParaRPr lang="en-US" dirty="0"/>
          </a:p>
          <a:p>
            <a:r>
              <a:rPr lang="en-US" dirty="0"/>
              <a:t>Energía de </a:t>
            </a:r>
            <a:r>
              <a:rPr lang="en-US" dirty="0" err="1"/>
              <a:t>ionización</a:t>
            </a:r>
            <a:endParaRPr lang="en-US" dirty="0"/>
          </a:p>
          <a:p>
            <a:r>
              <a:rPr lang="en-US" dirty="0" err="1"/>
              <a:t>Afinidad</a:t>
            </a:r>
            <a:r>
              <a:rPr lang="en-US" dirty="0"/>
              <a:t> electronica</a:t>
            </a:r>
          </a:p>
          <a:p>
            <a:r>
              <a:rPr lang="en-US" dirty="0" err="1"/>
              <a:t>Electronegatividad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2C817C55-BADC-6D19-32D8-9C079C49B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020" y="269203"/>
            <a:ext cx="2867187" cy="91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76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4019480-4188-3F1E-421C-45FD3869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88" y="1157286"/>
            <a:ext cx="11284826" cy="508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2BF782C9-18C2-2B49-2E91-C6887DD6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5578" y="150420"/>
            <a:ext cx="1760442" cy="62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32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Propiedades periódicas de los elementos y sus características">
            <a:extLst>
              <a:ext uri="{FF2B5EF4-FFF2-40B4-BE49-F238E27FC236}">
                <a16:creationId xmlns:a16="http://schemas.microsoft.com/office/drawing/2014/main" id="{3D618785-D978-0ADA-85B5-D23DCBB23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9148" y="643467"/>
            <a:ext cx="8913704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C8EF3B8F-4D45-5238-1F0E-9550ADFB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964" y="74499"/>
            <a:ext cx="1760442" cy="62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88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89" name="Isosceles Triangle 308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00C9BD7F-C7D6-7EC9-14BD-2562D472B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4331" y="369890"/>
            <a:ext cx="8772041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1" name="Isosceles Triangle 309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1E5703E0-D58F-D26B-B8A9-593A90E88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996" y="5890266"/>
            <a:ext cx="2580655" cy="90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31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1. cuantos orbitales atómicos hay en cada subnivel de energía - Brainly.lat">
            <a:extLst>
              <a:ext uri="{FF2B5EF4-FFF2-40B4-BE49-F238E27FC236}">
                <a16:creationId xmlns:a16="http://schemas.microsoft.com/office/drawing/2014/main" id="{A1E3C214-92AC-4AE3-C7A5-20BD1A8DDF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74418" y="1148122"/>
            <a:ext cx="9067319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B42ECDEB-905D-5B79-284D-AF6668091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8" y="138813"/>
            <a:ext cx="2580655" cy="90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9FEDDFF-A1DF-CCC4-3CC5-6B143954A758}"/>
              </a:ext>
            </a:extLst>
          </p:cNvPr>
          <p:cNvSpPr txBox="1"/>
          <p:nvPr/>
        </p:nvSpPr>
        <p:spPr>
          <a:xfrm>
            <a:off x="4939459" y="300673"/>
            <a:ext cx="66022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Diagrama</a:t>
            </a:r>
            <a:r>
              <a:rPr lang="en-US" sz="3000" b="1" dirty="0"/>
              <a:t> de Orbitales:</a:t>
            </a:r>
          </a:p>
        </p:txBody>
      </p:sp>
    </p:spTree>
    <p:extLst>
      <p:ext uri="{BB962C8B-B14F-4D97-AF65-F5344CB8AC3E}">
        <p14:creationId xmlns:p14="http://schemas.microsoft.com/office/powerpoint/2010/main" val="391399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4EB0D0C-4165-0CB7-63C9-840F24EC0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999" t="6390" r="11703" b="9855"/>
          <a:stretch/>
        </p:blipFill>
        <p:spPr>
          <a:xfrm>
            <a:off x="1818468" y="969603"/>
            <a:ext cx="9162440" cy="5309551"/>
          </a:xfrm>
          <a:prstGeom prst="rect">
            <a:avLst/>
          </a:prstGeom>
          <a:ln>
            <a:noFill/>
          </a:ln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2F6C3BF4-A09B-8084-8009-539ECEC6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462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3DE0076-36FF-B644-0EF3-0E12F39F9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81" y="1421807"/>
            <a:ext cx="10905066" cy="4934543"/>
          </a:xfrm>
          <a:prstGeom prst="rect">
            <a:avLst/>
          </a:prstGeom>
          <a:ln>
            <a:noFill/>
          </a:ln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66444472-9724-E0D4-1B94-6814E7B4B6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 descr="Logo">
            <a:extLst>
              <a:ext uri="{FF2B5EF4-FFF2-40B4-BE49-F238E27FC236}">
                <a16:creationId xmlns:a16="http://schemas.microsoft.com/office/drawing/2014/main" id="{BE72CC0E-6C9C-C993-F6A9-1DD343AF6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64" y="363747"/>
            <a:ext cx="1947544" cy="68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7E99910-2F51-E74A-DAB7-F118200278B4}"/>
              </a:ext>
            </a:extLst>
          </p:cNvPr>
          <p:cNvSpPr txBox="1"/>
          <p:nvPr/>
        </p:nvSpPr>
        <p:spPr>
          <a:xfrm>
            <a:off x="2686872" y="616778"/>
            <a:ext cx="7935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b="1" dirty="0"/>
              <a:t>Reglas de Slater para Carga Nuclear </a:t>
            </a:r>
            <a:r>
              <a:rPr lang="en-US" sz="2500" b="1" dirty="0" err="1"/>
              <a:t>Efectiva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30976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263DD-E3E5-66DF-8886-DCCF10E6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59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Como </a:t>
            </a:r>
            <a:r>
              <a:rPr lang="en-US" dirty="0" err="1"/>
              <a:t>agrupar</a:t>
            </a:r>
            <a:r>
              <a:rPr lang="en-US" dirty="0"/>
              <a:t> los </a:t>
            </a:r>
            <a:r>
              <a:rPr lang="en-US" dirty="0" err="1"/>
              <a:t>niveles</a:t>
            </a:r>
            <a:r>
              <a:rPr lang="en-US" dirty="0"/>
              <a:t> para </a:t>
            </a:r>
            <a:r>
              <a:rPr lang="en-US" dirty="0" err="1"/>
              <a:t>calculo</a:t>
            </a:r>
            <a:r>
              <a:rPr lang="en-US" dirty="0"/>
              <a:t> de carga nuclear </a:t>
            </a:r>
            <a:r>
              <a:rPr lang="en-US" dirty="0" err="1"/>
              <a:t>efectiva</a:t>
            </a:r>
            <a:r>
              <a:rPr lang="en-US" dirty="0"/>
              <a:t>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CE4E8-4897-8177-C0A9-539AED41F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5970"/>
            <a:ext cx="10515600" cy="20179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(1s)(2s,2p)(3s,3p)(3d)(4s,4p)(4d)(5s,5p)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0AC075E-FB7F-56CD-9ECA-1837D699F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885" y="232523"/>
            <a:ext cx="1812352" cy="63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89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5130" name="Freeform: Shape 512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1" name="Rectangle 513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5" name="Isosceles Triangle 513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Gráfico&#10;&#10;El contenido generado por IA puede ser incorrecto.">
            <a:extLst>
              <a:ext uri="{FF2B5EF4-FFF2-40B4-BE49-F238E27FC236}">
                <a16:creationId xmlns:a16="http://schemas.microsoft.com/office/drawing/2014/main" id="{5EA2F2D3-7E02-C955-7B5E-53BBCD13EC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5" b="9670"/>
          <a:stretch/>
        </p:blipFill>
        <p:spPr bwMode="auto">
          <a:xfrm>
            <a:off x="1970571" y="969603"/>
            <a:ext cx="8488587" cy="516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4B02D756-9300-6CA1-76FC-4CB0F48A7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0F5E4FC-65C0-1ED1-58E5-2D2904C02D9E}"/>
              </a:ext>
            </a:extLst>
          </p:cNvPr>
          <p:cNvSpPr txBox="1"/>
          <p:nvPr/>
        </p:nvSpPr>
        <p:spPr>
          <a:xfrm>
            <a:off x="5300420" y="6134600"/>
            <a:ext cx="6691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/>
              <a:t>Radio </a:t>
            </a:r>
            <a:r>
              <a:rPr lang="en-US" sz="3200" b="1" dirty="0" err="1"/>
              <a:t>Atomico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8002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201" name="Group 820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8202" name="Freeform: Shape 820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3" name="Rectangle 820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Isosceles Triangle 820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D9A1CA3-8D3E-2098-F88F-4363F173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9647" y="1245544"/>
            <a:ext cx="9890214" cy="5044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348A846-4B81-BB0A-A9BB-23B30E9BC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7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225" name="Group 9224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9226" name="Freeform: Shape 9225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7" name="Rectangle 9226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1" name="Isosceles Triangle 9230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EAE7F29-75DB-4C24-C742-9A06C6DED2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4"/>
          <a:stretch/>
        </p:blipFill>
        <p:spPr bwMode="auto">
          <a:xfrm>
            <a:off x="697424" y="969603"/>
            <a:ext cx="11050291" cy="52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BD5298A-7C87-2B38-26DF-DEFC2F1B0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94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CE0398C-CB0A-202B-8636-71FCB64426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08" t="17010" r="13923" b="8082"/>
          <a:stretch/>
        </p:blipFill>
        <p:spPr>
          <a:xfrm>
            <a:off x="1242752" y="1230742"/>
            <a:ext cx="10363093" cy="5073299"/>
          </a:xfrm>
          <a:prstGeom prst="rect">
            <a:avLst/>
          </a:prstGeom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2A42C366-4E36-0D05-ED05-399BD93F1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09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lectronegatividad: qué es, propiedades e importancia (con tablas) - Toda  Materia">
            <a:extLst>
              <a:ext uri="{FF2B5EF4-FFF2-40B4-BE49-F238E27FC236}">
                <a16:creationId xmlns:a16="http://schemas.microsoft.com/office/drawing/2014/main" id="{8245228B-61C7-F036-7556-41D5A21E3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67" y="960559"/>
            <a:ext cx="11480590" cy="582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32773A8D-97E6-52F4-E976-CC227BC5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0137" y="194351"/>
            <a:ext cx="1822320" cy="64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08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9034E55-936D-3E7B-7A92-52C472CA82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F9961696-3085-A3C3-0420-F2892BA1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407" y="187010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F807731-0CB0-306A-46CE-C2A4846D6500}"/>
              </a:ext>
            </a:extLst>
          </p:cNvPr>
          <p:cNvSpPr txBox="1"/>
          <p:nvPr/>
        </p:nvSpPr>
        <p:spPr>
          <a:xfrm>
            <a:off x="752959" y="187010"/>
            <a:ext cx="74546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 err="1"/>
              <a:t>Electronegatividad</a:t>
            </a:r>
            <a:r>
              <a:rPr lang="en-US" sz="3500" b="1" dirty="0"/>
              <a:t> de Pauling</a:t>
            </a:r>
          </a:p>
        </p:txBody>
      </p:sp>
      <p:pic>
        <p:nvPicPr>
          <p:cNvPr id="1028" name="Picture 4" descr="Tabla de electronegatividad">
            <a:extLst>
              <a:ext uri="{FF2B5EF4-FFF2-40B4-BE49-F238E27FC236}">
                <a16:creationId xmlns:a16="http://schemas.microsoft.com/office/drawing/2014/main" id="{30142CF7-F70F-794A-5EF6-AA2005EEEB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7" t="-2" r="12464" b="-6844"/>
          <a:stretch/>
        </p:blipFill>
        <p:spPr bwMode="auto">
          <a:xfrm>
            <a:off x="752959" y="976393"/>
            <a:ext cx="10686082" cy="569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672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494E22F-EAA7-B332-6897-355882FE647A}"/>
              </a:ext>
            </a:extLst>
          </p:cNvPr>
          <p:cNvSpPr txBox="1"/>
          <p:nvPr/>
        </p:nvSpPr>
        <p:spPr>
          <a:xfrm>
            <a:off x="1642820" y="3429000"/>
            <a:ext cx="942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https://blogs.ugto.mx/rea/clase-digital-3-propiedades-periodicas-de-los-elementos/</a:t>
            </a:r>
          </a:p>
        </p:txBody>
      </p:sp>
    </p:spTree>
    <p:extLst>
      <p:ext uri="{BB962C8B-B14F-4D97-AF65-F5344CB8AC3E}">
        <p14:creationId xmlns:p14="http://schemas.microsoft.com/office/powerpoint/2010/main" val="3207321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550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3D5156-2EB0-B669-A8B3-99251FAE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Metales y no Metales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DEA122F-A444-58DC-4654-70E17ECF0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885404"/>
            <a:ext cx="7347537" cy="5088168"/>
          </a:xfrm>
          <a:prstGeom prst="rect">
            <a:avLst/>
          </a:prstGeom>
        </p:spPr>
      </p:pic>
      <p:pic>
        <p:nvPicPr>
          <p:cNvPr id="8" name="Picture 2" descr="Logo">
            <a:extLst>
              <a:ext uri="{FF2B5EF4-FFF2-40B4-BE49-F238E27FC236}">
                <a16:creationId xmlns:a16="http://schemas.microsoft.com/office/drawing/2014/main" id="{87B5CB85-655F-9C85-82AF-3B05B1355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68" y="4588529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927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169D577-37C8-7CF7-15FA-F74A74D86A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17" t="30273" r="30085" b="10942"/>
          <a:stretch/>
        </p:blipFill>
        <p:spPr>
          <a:xfrm>
            <a:off x="743917" y="743919"/>
            <a:ext cx="10910807" cy="587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26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947BC-078D-84A0-040D-0B5667B7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Nomenclatura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: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37D015F-318F-0A01-7F1C-8D36023F4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149"/>
          <a:stretch/>
        </p:blipFill>
        <p:spPr>
          <a:xfrm>
            <a:off x="3739946" y="1690688"/>
            <a:ext cx="4712108" cy="4351338"/>
          </a:xfrm>
          <a:prstGeom prst="rect">
            <a:avLst/>
          </a:prstGeom>
        </p:spPr>
      </p:pic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923909CA-3321-0074-AE8E-92124F40C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407" y="187010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887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89</Words>
  <Application>Microsoft Office PowerPoint</Application>
  <PresentationFormat>Panorámica</PresentationFormat>
  <Paragraphs>16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Propiedades Periódicas de los elementos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Como agrupar los niveles para calculo de carga nuclear efectiva: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Metales y no Metales</vt:lpstr>
      <vt:lpstr>Presentación de PowerPoint</vt:lpstr>
      <vt:lpstr>Nomenclatura tradicional: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Mendia</dc:creator>
  <cp:lastModifiedBy>Sabrina Mendia</cp:lastModifiedBy>
  <cp:revision>1</cp:revision>
  <dcterms:created xsi:type="dcterms:W3CDTF">2025-02-19T02:08:37Z</dcterms:created>
  <dcterms:modified xsi:type="dcterms:W3CDTF">2025-02-26T17:07:47Z</dcterms:modified>
</cp:coreProperties>
</file>