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61" r:id="rId4"/>
    <p:sldId id="273" r:id="rId5"/>
    <p:sldId id="274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BED2DE-CC0D-4D52-B64A-533A4522AED4}" v="19" dt="2025-01-22T22:59:4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E5B52-5B0E-5E26-ABD4-2E26EA641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822770-5B63-F559-D214-A1568157A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200183-295D-C830-4D84-F393FCA7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CA7473-5440-ACCB-5CE7-2B8C8110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10E983-E10A-EC0D-6132-9B214C02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8D32A-D439-5E98-E46F-055471E7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EC310F-D8DA-8F20-498C-6E3CA5B4C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BB4A6F-F117-5514-28A8-CDA35195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206F7-CF52-0795-4068-C2AFF2B5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D9B212-5EB1-0BB9-E29B-235ACC0A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AA307-E7FD-80AC-8581-6EF85583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B81A32-A09A-7993-F9C1-4B37D0938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043071-1716-6AFB-44C3-E88BAF31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BF9F0E-8AA6-BB36-4350-E503610B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A82DA4-0ECC-3108-F0ED-CA961854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42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1FC99-E80B-3227-04DF-764AF579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C9B047-BE09-B6F6-0EA5-152343887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9A0722-DDB5-F000-C8B2-9B8F363F6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42F219-1616-D3EF-195A-5D93E5411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5E7D29-2EA6-B830-944C-778CD317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172F9C-C687-EEF8-8144-5ECF7C0A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5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7C6FB-C0F1-9874-4A3D-A6E7285F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E985C7-D4AD-203E-2624-FE32A9CE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C2336E-0AF9-04AE-6D39-DE649DADC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A5B6EE-AC3C-3191-4B0B-78A8D2A6A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B9E88E-B04E-2D4B-43A6-587559404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50CAF5-F2A8-17EC-E1F0-5C737B0C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AB9EDF-76FE-49B1-4D6D-75235D05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367E3DC-3EF3-2571-2AFA-32711765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2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77174-3233-6163-7EEC-9C5A3A0A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5F5186-4E9E-2CC8-82D2-D0CC4105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A28F52-8E64-A6EE-E434-58D62A6D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6D7C27-80F4-1DDE-2C83-0441166A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1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611DBF-A617-AD79-041D-370626E06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D76E3B-6EDB-44C2-A8A0-DFF49177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B513C3-75A1-2912-C848-01B2DB05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7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53499-6C78-8419-923A-B9CFB418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162EB2-A408-36E8-C211-DC92B4FCD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06B224-41F6-8805-F01C-BEFD6D122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88789C-C9C7-63F4-0002-6F8D7A3A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9A5F39-C6E3-EC18-2A7D-02263877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EA42A4-7AD4-1A1C-5F5C-882D0D23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41E7C-3A2C-5E50-96B0-DDC0EDAE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C890E9-86F6-A77F-F9E7-4ADD9EF2F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FA253E-1331-C0CC-7832-37537C574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1EAC8C-0FEA-31FA-F22E-266A433C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1CE66A-3E27-A8C4-3E52-2F1BCB55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E2AA0D-69A1-706C-03E7-24EFD35C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3B77B-B217-080A-8A6C-77F0660D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669813-14D2-59CC-B5DE-2128AD995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5B166-0163-7A1B-3C65-06606E4D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49955D-EFB0-28F9-F6BE-0D3E9794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CBE14A-3833-A9E9-49E5-80648423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4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6A1254-F49E-715F-557E-BD82968DA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BD7BCC-776D-0E88-433F-04F94EE94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2A7B7E-0EEE-2871-59E4-E7FB8999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8BCB5-953F-86C4-43C8-25F031E2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54D79-2BBE-E14A-754F-0EC4D0DC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2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4F9545-F1E5-D689-B47B-0B11E992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8A4FC0-E183-A662-FAD9-56238AA62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C45B14-85E8-F16C-F95A-9B63B0DE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50CE5-7639-4702-9159-6177D8EE55EC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5256EA-BECC-0081-FBAB-7923B7ADA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AF5F38-025F-D771-76D8-342CA8DE2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8D4B1-EBA2-413F-9914-7E8448A65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8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80AC717-7D2B-4B9F-1E9A-87397AA77669}"/>
              </a:ext>
            </a:extLst>
          </p:cNvPr>
          <p:cNvSpPr txBox="1"/>
          <p:nvPr/>
        </p:nvSpPr>
        <p:spPr>
          <a:xfrm>
            <a:off x="3399131" y="2428726"/>
            <a:ext cx="616878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Estado de la Materia: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Curvas de </a:t>
            </a:r>
            <a:r>
              <a:rPr lang="en-US" sz="3200" dirty="0" err="1"/>
              <a:t>Calentamiento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Diagramas</a:t>
            </a:r>
            <a:r>
              <a:rPr lang="en-US" sz="3200" dirty="0"/>
              <a:t> de </a:t>
            </a:r>
            <a:r>
              <a:rPr lang="en-US" sz="3200" dirty="0" err="1"/>
              <a:t>fase</a:t>
            </a:r>
            <a:endParaRPr lang="en-US" sz="3200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2D2465D0-7EF1-9B79-DF51-D933205F6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117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03B5C5-4C25-800B-B348-00B6D9AADF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31" t="28092" r="33884" b="32504"/>
          <a:stretch/>
        </p:blipFill>
        <p:spPr>
          <a:xfrm>
            <a:off x="1883084" y="882078"/>
            <a:ext cx="8265580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B3A6B0-53D9-81AB-408C-A37C0662F3AC}"/>
              </a:ext>
            </a:extLst>
          </p:cNvPr>
          <p:cNvSpPr txBox="1"/>
          <p:nvPr/>
        </p:nvSpPr>
        <p:spPr>
          <a:xfrm>
            <a:off x="564419" y="301817"/>
            <a:ext cx="63887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rajan Pro" panose="02020502050506020301" pitchFamily="18" charset="0"/>
              </a:rPr>
              <a:t>Cambio de </a:t>
            </a:r>
            <a:r>
              <a:rPr lang="en-US" sz="2500" b="1" dirty="0" err="1">
                <a:latin typeface="Trajan Pro" panose="02020502050506020301" pitchFamily="18" charset="0"/>
              </a:rPr>
              <a:t>Fases</a:t>
            </a:r>
            <a:r>
              <a:rPr lang="en-US" sz="2500" b="1" dirty="0">
                <a:latin typeface="Trajan Pro" panose="02020502050506020301" pitchFamily="18" charset="0"/>
              </a:rPr>
              <a:t>:</a:t>
            </a:r>
          </a:p>
        </p:txBody>
      </p:sp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3E0F77A8-5671-2F7E-3A0D-28A1CC571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130" y="140558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889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46B5DD2-BC32-2475-3F43-FDE48992B0A8}"/>
              </a:ext>
            </a:extLst>
          </p:cNvPr>
          <p:cNvSpPr txBox="1"/>
          <p:nvPr/>
        </p:nvSpPr>
        <p:spPr>
          <a:xfrm>
            <a:off x="928048" y="423081"/>
            <a:ext cx="9703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rajan Pro" panose="02020502050506020301" pitchFamily="18" charset="0"/>
              </a:rPr>
              <a:t>Curvas de </a:t>
            </a:r>
            <a:r>
              <a:rPr lang="en-US" sz="2800" dirty="0" err="1">
                <a:latin typeface="Trajan Pro" panose="02020502050506020301" pitchFamily="18" charset="0"/>
              </a:rPr>
              <a:t>Calentamiento</a:t>
            </a:r>
            <a:r>
              <a:rPr lang="en-US" dirty="0"/>
              <a:t>: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6AE0D63-1D0B-A8F5-BE75-14539747D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051A67-C06B-5028-977C-D4BC12617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20499" r="22000" b="26553"/>
          <a:stretch/>
        </p:blipFill>
        <p:spPr>
          <a:xfrm>
            <a:off x="1270861" y="1148023"/>
            <a:ext cx="9360745" cy="5020941"/>
          </a:xfrm>
          <a:prstGeom prst="rect">
            <a:avLst/>
          </a:prstGeom>
        </p:spPr>
      </p:pic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CC063856-C267-9976-F31D-4667BD90C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19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600EC7-C3E7-99C2-27AF-1E168A7C8F6A}"/>
              </a:ext>
            </a:extLst>
          </p:cNvPr>
          <p:cNvSpPr txBox="1"/>
          <p:nvPr/>
        </p:nvSpPr>
        <p:spPr>
          <a:xfrm>
            <a:off x="923220" y="464892"/>
            <a:ext cx="7072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Trajan Pro" panose="02020502050506020301" pitchFamily="18" charset="0"/>
              </a:rPr>
              <a:t>Diagrama</a:t>
            </a:r>
            <a:r>
              <a:rPr lang="en-US" sz="2400" b="1" dirty="0">
                <a:latin typeface="Trajan Pro" panose="02020502050506020301" pitchFamily="18" charset="0"/>
              </a:rPr>
              <a:t> de </a:t>
            </a:r>
            <a:r>
              <a:rPr lang="en-US" sz="2400" b="1" dirty="0" err="1">
                <a:latin typeface="Trajan Pro" panose="02020502050506020301" pitchFamily="18" charset="0"/>
              </a:rPr>
              <a:t>Fases</a:t>
            </a:r>
            <a:r>
              <a:rPr lang="en-US" sz="2400" b="1" dirty="0">
                <a:latin typeface="Trajan Pro" panose="02020502050506020301" pitchFamily="18" charset="0"/>
              </a:rPr>
              <a:t>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7C762C-4C67-64F9-D4AE-BE5402AFB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99" t="28283" r="23309" b="18894"/>
          <a:stretch/>
        </p:blipFill>
        <p:spPr>
          <a:xfrm>
            <a:off x="664723" y="1018891"/>
            <a:ext cx="11049926" cy="5591355"/>
          </a:xfrm>
          <a:prstGeom prst="rect">
            <a:avLst/>
          </a:prstGeom>
        </p:spPr>
      </p:pic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5B085B98-F43E-69BC-881B-8FAD1F9E7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77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FFBCCF-EFBC-E379-B2D6-CBB92FD11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69" t="22961" r="22461" b="25321"/>
          <a:stretch/>
        </p:blipFill>
        <p:spPr>
          <a:xfrm>
            <a:off x="473140" y="667553"/>
            <a:ext cx="11141106" cy="5602977"/>
          </a:xfrm>
          <a:prstGeom prst="rect">
            <a:avLst/>
          </a:prstGeom>
        </p:spPr>
      </p:pic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8D9A66B4-50AB-4FBE-A70B-7950D7680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39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E46A5A-20F5-7943-65CA-4E775F91EA8A}"/>
              </a:ext>
            </a:extLst>
          </p:cNvPr>
          <p:cNvSpPr txBox="1"/>
          <p:nvPr/>
        </p:nvSpPr>
        <p:spPr>
          <a:xfrm>
            <a:off x="645064" y="525982"/>
            <a:ext cx="5051727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Dada la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gráfica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Diagrama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Fases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para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el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CO2,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indique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cuales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enunciados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con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Falsos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y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cuales</a:t>
            </a:r>
            <a:r>
              <a:rPr lang="en-US" sz="2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son </a:t>
            </a:r>
            <a:r>
              <a:rPr lang="en-US" sz="2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Verdaderos</a:t>
            </a:r>
            <a:endParaRPr lang="en-US" sz="2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083B42-4A8B-737B-454C-16C4FEBBF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</p:spPr>
        <p:txBody>
          <a:bodyPr rot="0" vert="horz" lIns="91440" tIns="45720" rIns="91440" bIns="45720" rtlCol="0" anchor="ctr" anchorCtr="0">
            <a:normAutofit/>
          </a:bodyPr>
          <a:lstStyle/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T= -60ºC y P= 4 atm se encuentra en estado sólido</a:t>
            </a: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 = -57ºC y 5.2 atm se encuentra en estado sólido</a:t>
            </a:r>
          </a:p>
          <a:p>
            <a:pPr marL="342900"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 =  0ºC y 3 atm se encuentra en estado líquido</a:t>
            </a:r>
          </a:p>
          <a:p>
            <a:pPr marL="342900" lvl="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 = 80ºC y 1 atm se encuentra en estado sólido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E400AE06-7DAA-B24E-679D-A0C5E543C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61" t="18786" r="27353" b="18768"/>
          <a:stretch/>
        </p:blipFill>
        <p:spPr bwMode="auto">
          <a:xfrm>
            <a:off x="5987738" y="1172425"/>
            <a:ext cx="5628018" cy="428028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2" descr="Logo">
            <a:extLst>
              <a:ext uri="{FF2B5EF4-FFF2-40B4-BE49-F238E27FC236}">
                <a16:creationId xmlns:a16="http://schemas.microsoft.com/office/drawing/2014/main" id="{A66FD098-AEF0-FE17-C2F1-D5B4C3232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05" y="291226"/>
            <a:ext cx="2267618" cy="7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305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91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Trajan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Sabrina Mendia</dc:creator>
  <cp:lastModifiedBy>Sabrina Mendia</cp:lastModifiedBy>
  <cp:revision>4</cp:revision>
  <dcterms:created xsi:type="dcterms:W3CDTF">2023-07-26T18:52:22Z</dcterms:created>
  <dcterms:modified xsi:type="dcterms:W3CDTF">2025-01-22T23:00:27Z</dcterms:modified>
</cp:coreProperties>
</file>