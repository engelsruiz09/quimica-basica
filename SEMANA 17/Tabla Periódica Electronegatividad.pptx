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6B557-F711-31DC-ED8A-48F4BAD43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5D72D2-0BF6-098F-72F4-5F7B9E48C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5A8787-ABDD-B36A-C593-8BC0C235D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D4A-E80D-4A04-91B3-D88CAFA098F2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B1D50C-B854-679D-2CE4-5B54DDCE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2C5E88-F4E2-34B0-59AB-AFD8C76E2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5C26-E870-495E-B64D-DD25E6BECC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85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993F8-B23A-B6D4-7AFF-A3D3AB010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E598B4-E9DD-5356-05AC-23F23CFB4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AD1A92-66DF-85C1-E7AE-C2CA1E349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D4A-E80D-4A04-91B3-D88CAFA098F2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F85F21-166B-4CEA-52A5-3385A04A2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BEBAE3-F296-BC38-AB1E-70C506EB1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5C26-E870-495E-B64D-DD25E6BECC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78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BDB4E-F089-2989-2268-C4A0424B3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D62EEB-2B4E-5CA6-F231-436E4007C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8B0828-49CB-D78B-DB8B-88803EC2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D4A-E80D-4A04-91B3-D88CAFA098F2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1C20EE-CCFE-5738-5253-81EEF8E0C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F5E82B-D119-AE70-A852-28712A74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5C26-E870-495E-B64D-DD25E6BECC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03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E3AA6-33C0-3BBA-2026-1E26A66D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280E67-D5A6-E85C-7496-2BB2F58207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C48C37-28D6-1EC5-AD0B-881BEF1CC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657A1-DE4B-9D0D-F172-70A729A26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D4A-E80D-4A04-91B3-D88CAFA098F2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5C67F3-54E0-035A-5858-FF06EB957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990563-F8E6-0016-AB40-1E985C268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5C26-E870-495E-B64D-DD25E6BECC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11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0A7A1-4D2C-1DE7-4A7B-2FEF8B7B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21EBEB-5499-463F-C8CB-818FCCB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BC3ADEC-B358-D713-F331-D6472D707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33C8010-8374-3078-F2AA-DDB48A0A5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552BE4-687B-A1F0-2530-BF6CDB8DC1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CB235DE-474B-2D77-ABAA-3269B910B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D4A-E80D-4A04-91B3-D88CAFA098F2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FBF002-02A7-9C0A-242C-492C0331F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007654E-B378-E432-67F4-C13132FC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5C26-E870-495E-B64D-DD25E6BECC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2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D208D-E14D-7E16-7B5B-651CD3718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00A2E0F-C216-BA43-B7C3-F86107A0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D4A-E80D-4A04-91B3-D88CAFA098F2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896764A-963F-1AA5-0ABA-6D11345D0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CCE781D-5DBA-F396-D7FB-B08FD97C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5C26-E870-495E-B64D-DD25E6BECC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09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9D5AF8D-F559-BDDF-3C55-03E614A61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D4A-E80D-4A04-91B3-D88CAFA098F2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066CE34-1156-E6CC-BFD3-484FFFDC2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34EB30-1B7F-F93E-7740-1427FCFB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5C26-E870-495E-B64D-DD25E6BECC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88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A961A-BD0F-D864-D535-E793F9617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D62ACB-6DCD-1DB0-06A7-BC86A1966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F8C109-64DA-6FEE-8695-E731EFCF4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787EAB-63FF-6594-2F08-12B5860C7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D4A-E80D-4A04-91B3-D88CAFA098F2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27D556-BF46-4DF8-4DAD-E0CC952E5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06BA0E-0004-B660-2CF5-491AAB5B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5C26-E870-495E-B64D-DD25E6BECC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48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7ADF80-AFF6-A741-3F22-A89E67B2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7E4F590-28A9-F0DA-5012-6D47FE6C21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D45DBC6-81DD-AEA6-3603-9493915E5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D6424E-1705-C038-CB64-F9CE42BC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D4A-E80D-4A04-91B3-D88CAFA098F2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82FF94-CEF2-EFB5-63FB-C1F9752B7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37DE73-87A3-5E56-3BE8-C310BF03D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5C26-E870-495E-B64D-DD25E6BECC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68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D62BE7-9FF2-4D82-5783-65A1083B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F9428B-0A4B-CEBA-88DB-F7C2C54FE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829A95-714A-4F52-78F6-BD466810F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D4A-E80D-4A04-91B3-D88CAFA098F2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2D809A-90B4-7A9E-97FB-6DD2AD3CF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08644D-F3E6-BEB8-C48D-A5F9A2229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5C26-E870-495E-B64D-DD25E6BECC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55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98AC752-3E98-197A-5AAC-A1A7A21ADC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7D03EDD-649C-ED89-2105-AC427928C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CA268C-75E1-4222-64B4-13831BD63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CD4A-E80D-4A04-91B3-D88CAFA098F2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BCDE69-FAA6-94AD-AC0A-634149E99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75B353-8919-010D-D187-E35839077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5C26-E870-495E-B64D-DD25E6BECC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36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C4E4D3-1A2B-B870-E7A9-CB8DE02DF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74A7F1-289C-15F7-807F-A73E41B1D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F7F720-AB5D-8E49-BD68-52C12083A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E8CD4A-E80D-4A04-91B3-D88CAFA098F2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5293F7-A7C1-FC58-E52A-B4337EA5F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B59E78-7F38-9FC3-F11A-41BBC0966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295C26-E870-495E-B64D-DD25E6BECC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65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8A886B0-C2A6-E198-8499-2035FDF12D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17" t="16349" r="16864" b="16349"/>
          <a:stretch/>
        </p:blipFill>
        <p:spPr>
          <a:xfrm>
            <a:off x="418454" y="254459"/>
            <a:ext cx="11773546" cy="663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9858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Sylvia Sabrina Mendia Reyes</dc:creator>
  <cp:lastModifiedBy>Sylvia Sabrina Mendia Reyes</cp:lastModifiedBy>
  <cp:revision>1</cp:revision>
  <dcterms:created xsi:type="dcterms:W3CDTF">2025-04-25T22:28:23Z</dcterms:created>
  <dcterms:modified xsi:type="dcterms:W3CDTF">2025-04-25T22:29:42Z</dcterms:modified>
</cp:coreProperties>
</file>